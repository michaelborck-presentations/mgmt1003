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Pause for 2-3 seconds before speaking.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“$440,000. That’s what the Australian government paid Deloitte for a welfare review report earlier this year.”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“Their reputation—built over decades—damaged by AI-generated misinformation they didn’t verify. Today, I’m going to teach you how to use AI as a strategic thinking partner - and how to avoid becoming the next headline.”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Switch to browser and run this demo in Gemini.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Switch to browser and run this demo. Point out how giving AI permission to be critical produces better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this demo. Answer 2-3 questions from the AI to show how the conversation builds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 for your attention. I’m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Boardroom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Leveraging AI for Business Strategy</a:t>
            </a:r>
            <a:br/>
            <a:br/>
            <a:r>
              <a:rPr/>
              <a:t>Dr. Michael Borck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2025-12-09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$440,000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Deloitte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happened:</a:t>
            </a:r>
          </a:p>
          <a:p>
            <a:pPr lvl="0"/>
            <a:r>
              <a:rPr/>
              <a:t>Deloitte used AI (GPT-4) to draft government reports</a:t>
            </a:r>
          </a:p>
          <a:p>
            <a:pPr lvl="0"/>
            <a:r>
              <a:rPr/>
              <a:t>Reports contained </a:t>
            </a:r>
            <a:r>
              <a:rPr b="1"/>
              <a:t>fabricated citations</a:t>
            </a:r>
            <a:r>
              <a:rPr/>
              <a:t> - fake studies, made-up quotes</a:t>
            </a:r>
          </a:p>
          <a:p>
            <a:pPr lvl="0"/>
            <a:r>
              <a:rPr/>
              <a:t>Australia: $440,000 welfare review - partial refund issued</a:t>
            </a:r>
          </a:p>
          <a:p>
            <a:pPr lvl="0"/>
            <a:r>
              <a:rPr/>
              <a:t>Canada: $1.6 million healthcare report - 4 incorrect citations found</a:t>
            </a:r>
          </a:p>
          <a:p>
            <a:pPr lvl="0" indent="0" marL="0">
              <a:buNone/>
            </a:pPr>
            <a:r>
              <a:rPr b="1"/>
              <a:t>The lesson:</a:t>
            </a:r>
            <a:r>
              <a:rPr/>
              <a:t> AI is confident even when wrong. Verification is essential.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The AI Mindset</a:t>
            </a:r>
            <a:r>
              <a:rPr/>
              <a:t> - How to think about AI</a:t>
            </a:r>
          </a:p>
          <a:p>
            <a:pPr lvl="0" indent="-342900" marL="342900">
              <a:buAutoNum type="arabicPeriod"/>
            </a:pPr>
            <a:r>
              <a:rPr b="1"/>
              <a:t>Board of Directors Strategy</a:t>
            </a:r>
            <a:r>
              <a:rPr/>
              <a:t> - Multi-perspective analysis</a:t>
            </a:r>
          </a:p>
          <a:p>
            <a:pPr lvl="0" indent="-342900" marL="342900">
              <a:buAutoNum type="arabicPeriod"/>
            </a:pPr>
            <a:r>
              <a:rPr b="1"/>
              <a:t>Devil’s Advocate</a:t>
            </a:r>
            <a:r>
              <a:rPr/>
              <a:t> - Stress-testing ideas</a:t>
            </a:r>
          </a:p>
          <a:p>
            <a:pPr lvl="0" indent="-342900" marL="342900">
              <a:buAutoNum type="arabicPeriod"/>
            </a:pPr>
            <a:r>
              <a:rPr b="1"/>
              <a:t>Reverse Prompting</a:t>
            </a:r>
            <a:r>
              <a:rPr/>
              <a:t> - Let AI interview you</a:t>
            </a:r>
          </a:p>
          <a:p>
            <a:pPr lvl="0" indent="-342900" marL="342900">
              <a:buAutoNum type="arabicPeriod"/>
            </a:pPr>
            <a:r>
              <a:rPr b="1"/>
              <a:t>Ethics &amp; The Trap</a:t>
            </a:r>
            <a:r>
              <a:rPr/>
              <a:t> - Using AI responsibly</a:t>
            </a:r>
          </a:p>
          <a:p>
            <a:pPr lvl="0" indent="0" marL="0">
              <a:buNone/>
            </a:pPr>
            <a:r>
              <a:rPr b="1"/>
              <a:t>Companion Website:</a:t>
            </a:r>
            <a:r>
              <a:rPr/>
              <a:t> [Link in chat]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1: The AI Mindset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is a Smart Intern Who Hallucinates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insight:</a:t>
            </a:r>
            <a:r>
              <a:rPr/>
              <a:t> AI is a </a:t>
            </a:r>
            <a:r>
              <a:rPr b="1"/>
              <a:t>reasoning engine</a:t>
            </a:r>
            <a:r>
              <a:rPr/>
              <a:t>, not a search engine</a:t>
            </a:r>
          </a:p>
          <a:p>
            <a:pPr lvl="0"/>
            <a:r>
              <a:rPr/>
              <a:t>Google finds information that exists</a:t>
            </a:r>
          </a:p>
          <a:p>
            <a:pPr lvl="0"/>
            <a:r>
              <a:rPr/>
              <a:t>AI generates responses based on patterns</a:t>
            </a:r>
          </a:p>
          <a:p>
            <a:pPr lvl="0"/>
            <a:r>
              <a:rPr/>
              <a:t>It doesn’t “know” things - it predicts likely responses</a:t>
            </a:r>
          </a:p>
          <a:p>
            <a:pPr lvl="0" indent="0" marL="0">
              <a:buNone/>
            </a:pPr>
            <a:r>
              <a:rPr b="1"/>
              <a:t>The Intern Analogy:</a:t>
            </a:r>
          </a:p>
          <a:p>
            <a:pPr lvl="0" indent="0" marL="1270000">
              <a:buNone/>
            </a:pPr>
            <a:r>
              <a:rPr sz="2000"/>
              <a:t>Think of AI like a brilliant intern. They’re eager, fast, and can do amazing work. But they might confidently present completely made-up statistics.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Golden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 should challenge your thinking, not replace it.</a:t>
            </a:r>
          </a:p>
          <a:p>
            <a:pPr lvl="0" indent="0" marL="0">
              <a:buNone/>
            </a:pPr>
            <a:r>
              <a:rPr/>
              <a:t>The moment you stop questioning AI’s output is the moment you become Deloitte.</a:t>
            </a:r>
          </a:p>
          <a:p>
            <a:pPr lvl="0" indent="0" marL="0">
              <a:buNone/>
            </a:pPr>
            <a:r>
              <a:rPr b="1"/>
              <a:t>Your role:</a:t>
            </a:r>
            <a:r>
              <a:rPr/>
              <a:t> Editor-in-Chief, not stenographer.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2: Board of Directors Strategy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Multi-Perspective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concept:</a:t>
            </a:r>
            <a:r>
              <a:rPr/>
              <a:t> Get multiple expert viewpoints in one prompt</a:t>
            </a:r>
          </a:p>
          <a:p>
            <a:pPr lvl="0"/>
            <a:r>
              <a:rPr/>
              <a:t>CFO perspective (financial)</a:t>
            </a:r>
          </a:p>
          <a:p>
            <a:pPr lvl="0"/>
            <a:r>
              <a:rPr/>
              <a:t>Marketing Director (customers)</a:t>
            </a:r>
          </a:p>
          <a:p>
            <a:pPr lvl="0"/>
            <a:r>
              <a:rPr/>
              <a:t>Operations Manager (practical)</a:t>
            </a:r>
          </a:p>
          <a:p>
            <a:pPr lvl="0"/>
            <a:r>
              <a:rPr/>
              <a:t>Legal Counsel (compliance)</a:t>
            </a:r>
          </a:p>
          <a:p>
            <a:pPr lvl="0" indent="0" marL="0">
              <a:buNone/>
            </a:pPr>
            <a:r>
              <a:rPr b="1"/>
              <a:t>Why it works:</a:t>
            </a:r>
            <a:r>
              <a:rPr/>
              <a:t> Catches blind spots you’d miss thinking alone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Board of Directors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I'm considering opening a cashless coffee shop 
near a university campus. 
Act as my board of directors and analyse this 
idea from multiple perspectives:
1. As CFO: Financial considerations, risks, ROI?
2. As Marketing Director: Positioning and reach?
3. As Operations Manager: Practical challenges?
4. As Legal Counsel: Regulations to consider?
For each perspective, give me 3-4 key points.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Turn: Try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Think of a business idea:</a:t>
            </a:r>
          </a:p>
          <a:p>
            <a:pPr lvl="0"/>
            <a:r>
              <a:rPr/>
              <a:t>A meal prep delivery service for students</a:t>
            </a:r>
          </a:p>
          <a:p>
            <a:pPr lvl="0"/>
            <a:r>
              <a:rPr/>
              <a:t>A tutoring app connecting students with graduates</a:t>
            </a:r>
            <a:br/>
          </a:p>
          <a:p>
            <a:pPr lvl="0"/>
            <a:r>
              <a:rPr/>
              <a:t>A sustainable fashion rental service</a:t>
            </a:r>
          </a:p>
          <a:p>
            <a:pPr lvl="0"/>
            <a:r>
              <a:rPr/>
              <a:t>Your own idea</a:t>
            </a:r>
          </a:p>
          <a:p>
            <a:pPr lvl="0" indent="0" marL="0">
              <a:buNone/>
            </a:pPr>
            <a:r>
              <a:rPr b="1"/>
              <a:t>Try the Board of Directors prompt with your idea.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3: Devil’s Advocate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Overcoming Confirmation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We look for evidence that supports our ideas</a:t>
            </a:r>
          </a:p>
          <a:p>
            <a:pPr lvl="0" indent="0" marL="0">
              <a:buNone/>
            </a:pPr>
            <a:r>
              <a:rPr b="1"/>
              <a:t>The solution:</a:t>
            </a:r>
            <a:r>
              <a:rPr/>
              <a:t> Force AI to argue against your position</a:t>
            </a:r>
          </a:p>
          <a:p>
            <a:pPr lvl="0" indent="0" marL="0">
              <a:buNone/>
            </a:pPr>
            <a:r>
              <a:rPr b="1"/>
              <a:t>Key phrases that work:</a:t>
            </a:r>
          </a:p>
          <a:p>
            <a:pPr lvl="0"/>
            <a:r>
              <a:rPr/>
              <a:t>“Be harsh but fair”</a:t>
            </a:r>
          </a:p>
          <a:p>
            <a:pPr lvl="0"/>
            <a:r>
              <a:rPr/>
              <a:t>“Don’t hold back”</a:t>
            </a:r>
          </a:p>
          <a:p>
            <a:pPr lvl="0"/>
            <a:r>
              <a:rPr/>
              <a:t>“I need to hear the hard truths”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Devil’s Advocate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 believe that a cashless coffee shop near 
a university is a great business idea.
Play devil's advocate. Give me the strongest 
possible arguments against this idea. 
Be harsh but fair. I want to know:
1. Why might this fail?
2. What am I probably not thinking about?
3. Who would this NOT work for?
4. What market conditions could kill this?
Don't hold back - I need to hear the hard truths.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4: Reverse Prompting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Don’t Know What to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Sometimes the hardest part is knowing what questions to ask</a:t>
            </a:r>
          </a:p>
          <a:p>
            <a:pPr lvl="0" indent="0" marL="0">
              <a:buNone/>
            </a:pPr>
            <a:r>
              <a:rPr b="1"/>
              <a:t>The solution:</a:t>
            </a:r>
            <a:r>
              <a:rPr/>
              <a:t> Let AI interview YOU first</a:t>
            </a:r>
          </a:p>
          <a:p>
            <a:pPr lvl="0" indent="0" marL="0">
              <a:buNone/>
            </a:pPr>
            <a:r>
              <a:rPr b="1"/>
              <a:t>Why it works:</a:t>
            </a:r>
          </a:p>
          <a:p>
            <a:pPr lvl="0"/>
            <a:r>
              <a:rPr/>
              <a:t>AI understands your specific context</a:t>
            </a:r>
          </a:p>
          <a:p>
            <a:pPr lvl="0"/>
            <a:r>
              <a:rPr/>
              <a:t>Recommendations become tailored, not generic</a:t>
            </a:r>
          </a:p>
          <a:p>
            <a:pPr lvl="0"/>
            <a:r>
              <a:rPr/>
              <a:t>You discover what you don’t know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Reverse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 want to create a marketing plan for a new 
cashless coffee shop near a university.
Before giving me any advice, interview me first. 
Ask me questions one at a time to understand:
- My target customers
- My budget and timeline
- My competitive advantages
- My experience in this industry
- Any constraints I'm working with
After you understand my situation, then give 
me tailored marketing recommendations.
Start with your first question.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5: Ethics &amp; The Trap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Billboard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Before sharing anything with AI, ask:</a:t>
            </a:r>
          </a:p>
          <a:p>
            <a:pPr lvl="0" indent="0" marL="1270000">
              <a:buNone/>
            </a:pPr>
            <a:r>
              <a:rPr sz="2000"/>
              <a:t>“Would I be comfortable if this appeared on a billboard?”</a:t>
            </a:r>
          </a:p>
          <a:p>
            <a:pPr lvl="0" indent="0" marL="0">
              <a:buNone/>
            </a:pPr>
            <a:r>
              <a:rPr b="1"/>
              <a:t>Never share:</a:t>
            </a:r>
          </a:p>
          <a:p>
            <a:pPr lvl="0"/>
            <a:r>
              <a:rPr/>
              <a:t>Passwords or API keys</a:t>
            </a:r>
          </a:p>
          <a:p>
            <a:pPr lvl="0"/>
            <a:r>
              <a:rPr/>
              <a:t>Personal information about others</a:t>
            </a:r>
          </a:p>
          <a:p>
            <a:pPr lvl="0"/>
            <a:r>
              <a:rPr/>
              <a:t>Confidential business data</a:t>
            </a:r>
          </a:p>
          <a:p>
            <a:pPr lvl="0"/>
            <a:r>
              <a:rPr/>
              <a:t>Anything you wouldn’t want made public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Hallucination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Remember Deloitte? Here’s why it happened:</a:t>
            </a:r>
          </a:p>
          <a:p>
            <a:pPr lvl="0" indent="-342900" marL="342900">
              <a:buAutoNum type="arabicPeriod"/>
            </a:pPr>
            <a:r>
              <a:rPr b="1"/>
              <a:t>AI doesn’t know it’s lying</a:t>
            </a:r>
            <a:r>
              <a:rPr/>
              <a:t> - It generates plausible text</a:t>
            </a:r>
          </a:p>
          <a:p>
            <a:pPr lvl="0" indent="-342900" marL="342900">
              <a:buAutoNum type="arabicPeriod"/>
            </a:pPr>
            <a:r>
              <a:rPr b="1"/>
              <a:t>Confidence ≠ Accuracy</a:t>
            </a:r>
            <a:r>
              <a:rPr/>
              <a:t> - AI sounds equally confident right or wrong</a:t>
            </a:r>
          </a:p>
          <a:p>
            <a:pPr lvl="0" indent="-342900" marL="342900">
              <a:buAutoNum type="arabicPeriod"/>
            </a:pPr>
            <a:r>
              <a:rPr b="1"/>
              <a:t>Pattern matching, not truth</a:t>
            </a:r>
            <a:r>
              <a:rPr/>
              <a:t> - AI predicts likely responses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Three Verification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trusting any AI output, ask:</a:t>
            </a:r>
          </a:p>
          <a:p>
            <a:pPr lvl="0" indent="-342900" marL="342900">
              <a:buAutoNum type="arabicPeriod"/>
            </a:pPr>
            <a:r>
              <a:rPr b="1"/>
              <a:t>Can I find this source independently?</a:t>
            </a:r>
          </a:p>
          <a:p>
            <a:pPr lvl="0" indent="-342900" marL="342900">
              <a:buAutoNum type="arabicPeriod"/>
            </a:pPr>
            <a:r>
              <a:rPr b="1"/>
              <a:t>Does this statistic appear elsewhere?</a:t>
            </a:r>
          </a:p>
          <a:p>
            <a:pPr lvl="0" indent="-342900" marL="342900">
              <a:buAutoNum type="arabicPeriod"/>
            </a:pPr>
            <a:r>
              <a:rPr b="1"/>
              <a:t>Does this make logical sense?</a:t>
            </a:r>
          </a:p>
          <a:p>
            <a:pPr lvl="0" indent="0" marL="0">
              <a:buNone/>
            </a:pPr>
            <a:r>
              <a:rPr/>
              <a:t>If you can’t verify it, don’t use it.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 &amp; Next Steps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AI is a thinking partner, not a replacement for thinking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 b="1"/>
              <a:t>multi-perspective prompting</a:t>
            </a:r>
            <a:r>
              <a:rPr/>
              <a:t> (Board of Directors)</a:t>
            </a:r>
          </a:p>
          <a:p>
            <a:pPr lvl="0" indent="-342900" marL="342900">
              <a:buAutoNum type="arabicPeriod"/>
            </a:pPr>
            <a:r>
              <a:rPr b="1"/>
              <a:t>Challenge your ideas</a:t>
            </a:r>
            <a:r>
              <a:rPr/>
              <a:t> (Devil’s Advocate)</a:t>
            </a:r>
          </a:p>
          <a:p>
            <a:pPr lvl="0" indent="-342900" marL="342900">
              <a:buAutoNum type="arabicPeriod"/>
            </a:pPr>
            <a:r>
              <a:rPr/>
              <a:t>Let AI </a:t>
            </a:r>
            <a:r>
              <a:rPr b="1"/>
              <a:t>interview you</a:t>
            </a:r>
            <a:r>
              <a:rPr/>
              <a:t> for better context (Reverse Prompting)</a:t>
            </a:r>
          </a:p>
          <a:p>
            <a:pPr lvl="0" indent="-342900" marL="342900">
              <a:buAutoNum type="arabicPeriod"/>
            </a:pPr>
            <a:r>
              <a:rPr b="1"/>
              <a:t>Always verify</a:t>
            </a:r>
            <a:r>
              <a:rPr/>
              <a:t> - never trust blindly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Companion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[QR CODE: Insert QR code linking to companion website]</a:t>
            </a:r>
          </a:p>
          <a:p>
            <a:pPr lvl="0" indent="0" marL="0">
              <a:buNone/>
            </a:pPr>
            <a:r>
              <a:rPr b="1"/>
              <a:t>Resources available:</a:t>
            </a:r>
          </a:p>
          <a:p>
            <a:pPr lvl="0"/>
            <a:r>
              <a:rPr/>
              <a:t>All prompts from today’s session</a:t>
            </a:r>
          </a:p>
          <a:p>
            <a:pPr lvl="0"/>
            <a:r>
              <a:rPr/>
              <a:t>Style Mirror tool (help AI write in your voice)</a:t>
            </a:r>
          </a:p>
          <a:p>
            <a:pPr lvl="0"/>
            <a:r>
              <a:rPr/>
              <a:t>Deeper reading on AI concepts</a:t>
            </a:r>
          </a:p>
          <a:p>
            <a:pPr lvl="0"/>
            <a:r>
              <a:rPr/>
              <a:t>Ethics guidelines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Questions?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Dr. Michael Borck</a:t>
            </a:r>
            <a:br/>
            <a:r>
              <a:rPr/>
              <a:t>Curtin Singapore</a:t>
            </a:r>
            <a:br/>
            <a:r>
              <a:rPr/>
              <a:t>December 2025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Boardroom</dc:title>
  <dc:creator>Dr. Michael Borck</dc:creator>
  <cp:keywords/>
  <dcterms:created xsi:type="dcterms:W3CDTF">2025-12-09T00:01:47Z</dcterms:created>
  <dcterms:modified xsi:type="dcterms:W3CDTF">2025-12-09T00:01:47Z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2025-12-09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Leveraging AI for Business Strategy</vt:lpwstr>
  </property>
  <property fmtid="{D5CDD505-2E9C-101B-9397-08002B2CF9AE}" pid="11" name="toc-title">
    <vt:lpwstr>Table of contents</vt:lpwstr>
  </property>
</Properties>
</file>